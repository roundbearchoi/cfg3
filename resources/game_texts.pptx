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3" autoAdjust="0"/>
    <p:restoredTop sz="94660"/>
  </p:normalViewPr>
  <p:slideViewPr>
    <p:cSldViewPr snapToGrid="0">
      <p:cViewPr varScale="1">
        <p:scale>
          <a:sx n="86" d="100"/>
          <a:sy n="86" d="100"/>
        </p:scale>
        <p:origin x="76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3FC6C-DB8B-ED37-8885-59031B289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3186F-7A16-C384-8AAB-5F793FFF6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56608-1AF4-E213-0C3C-503496691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27-9D74-4C27-BD4B-FA3A94F7371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C3643-90C9-6019-4EE0-C35E85A76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F728F-0147-0171-DC82-E0835733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92B2-F65F-4DFE-8662-BF860941F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05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69852-8435-20F9-0B18-68A2BEB40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C5A5A-AA81-8B46-4399-A4D5D6C2E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DFE31-DB89-BCBC-383A-3C6DE1AD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27-9D74-4C27-BD4B-FA3A94F7371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A78D3-CE6D-931A-447F-82DC6F894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28D3E-F667-6255-EAC4-6F8631E7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92B2-F65F-4DFE-8662-BF860941F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98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5D0F0-210E-C282-D823-F5237ACD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45AED-9713-2C29-2085-5F37124BD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21AC7-71C4-FE07-E033-F80BD224F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27-9D74-4C27-BD4B-FA3A94F7371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48FF1-AB73-2476-E34C-8CAF291E8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429E8-C5B3-5075-F173-1E375C44E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92B2-F65F-4DFE-8662-BF860941F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26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6CACC-1317-2EB8-2C39-71AA99563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964B-4CF2-CAE1-EB81-B7F3BB269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EBAFF-8E95-9803-D7D6-A858BAB1C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1A188-645D-662A-F823-617544E4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27-9D74-4C27-BD4B-FA3A94F7371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AF8C7-4E7A-FE5A-628A-9297AB782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8DE33-3891-1ABD-102B-283A9C7D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92B2-F65F-4DFE-8662-BF860941F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8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A6333-CC4B-6411-AE13-F938E1829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EC841-AC57-093D-E11D-C889F9C5B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273D1-A802-87CA-9EC1-EC3431062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7D570F-A443-BA5B-F2EF-6F7C28B7E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772D0-F4F0-8309-DAE1-E2650BA6E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D7D747-3A2D-5D01-AB33-09B83EB9A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27-9D74-4C27-BD4B-FA3A94F7371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D53A6-DE5D-8A04-1906-ABEBA3F2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4749FD-D901-5321-CAC5-4179BFCD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92B2-F65F-4DFE-8662-BF860941F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7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76566-08D7-7935-7109-66C073B43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594B62-7A9F-0FB1-5AB0-89B91A0C8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27-9D74-4C27-BD4B-FA3A94F7371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C16173-6F91-D58F-85B4-AD4D426C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EEB9E-9D6F-511E-9562-37E1EFAA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92B2-F65F-4DFE-8662-BF860941F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70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009D0A-26BB-2774-D9BA-5BB3CAE43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27-9D74-4C27-BD4B-FA3A94F7371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C149F-CB0A-8628-7593-B3379D9B6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12C05-8451-B0D2-2B1B-1BACAF84B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92B2-F65F-4DFE-8662-BF860941F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99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9EF5-ACFD-BD5A-24CF-9E402C61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11999-BDD1-0D4E-5656-1F493632F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8DA26-DD4F-C396-4C34-132FF6943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29B38-2443-9019-F344-D9385FF71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27-9D74-4C27-BD4B-FA3A94F7371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CFD6E-D3C5-2F4A-087E-8E9DE1F86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3FD98-C1B3-B000-98EE-FCFC1CEE3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92B2-F65F-4DFE-8662-BF860941F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D7DE6-737E-7647-DAC6-2DDDA6DCF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2250B2-946A-3292-D2B6-CC4D7E49C6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5160-C251-BFF5-58A4-F83EE14B3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6DA93-43AD-6BB4-9C41-B54EC8F1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27-9D74-4C27-BD4B-FA3A94F7371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4BA00-3650-6A9A-D897-65E686228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7FDAD-F333-8DFC-3A33-970DC2B46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92B2-F65F-4DFE-8662-BF860941F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45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3E5D-0308-F664-6CB4-B4A68AF64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9AE18-07A0-BBC1-2BAA-3FF5D4AD9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2A926-48C6-AF12-AF5D-42A94D3F4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27-9D74-4C27-BD4B-FA3A94F7371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81BD6-52D0-CE6A-CC73-6C830C5E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DA695-8A22-F581-D968-BCEADF21E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92B2-F65F-4DFE-8662-BF860941F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55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9AF5FE-0D48-E12D-9652-FEFBB202E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1DE1B-BF80-2A2A-76EE-2ECD2BB06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F2239-866A-B498-5CE4-81266C30E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2127-9D74-4C27-BD4B-FA3A94F7371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04E35-C967-FAA3-7067-48E8B60A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6860D-58A3-10A5-99A6-BA636740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92B2-F65F-4DFE-8662-BF860941F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80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76DA7-5C97-6D7D-C88E-48D3A90E7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3714C-B90C-AF8B-B130-4CBDB57CF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89050-F8D6-E6F9-A8A2-539DD1EE5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62127-9D74-4C27-BD4B-FA3A94F73718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77E48-AF3D-7CDD-FEFB-BA52E2017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15A18-BC7C-37B5-6368-1B6B41862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592B2-F65F-4DFE-8662-BF860941F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6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C494B0-EB74-B812-4049-09A2DFE7BE31}"/>
              </a:ext>
            </a:extLst>
          </p:cNvPr>
          <p:cNvSpPr txBox="1"/>
          <p:nvPr/>
        </p:nvSpPr>
        <p:spPr>
          <a:xfrm>
            <a:off x="2126166" y="1657815"/>
            <a:ext cx="1263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dev scene</a:t>
            </a:r>
          </a:p>
        </p:txBody>
      </p:sp>
    </p:spTree>
    <p:extLst>
      <p:ext uri="{BB962C8B-B14F-4D97-AF65-F5344CB8AC3E}">
        <p14:creationId xmlns:p14="http://schemas.microsoft.com/office/powerpoint/2010/main" val="3634677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rbwindows</dc:creator>
  <cp:lastModifiedBy>rbwindows</cp:lastModifiedBy>
  <cp:revision>1</cp:revision>
  <dcterms:created xsi:type="dcterms:W3CDTF">2026-07-17T03:11:21Z</dcterms:created>
  <dcterms:modified xsi:type="dcterms:W3CDTF">2026-07-17T03:11:33Z</dcterms:modified>
</cp:coreProperties>
</file>